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09d06113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09d06113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aafa9fe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aafa9fe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afa9fe5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aafa9fe5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ab04c49b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ab04c49b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ab04c49b0_7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ab04c49b0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Self Introduction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5200">
                <a:solidFill>
                  <a:schemeClr val="dk1"/>
                </a:solidFill>
              </a:rPr>
              <a:t>Smithsonian 26 Fall</a:t>
            </a:r>
            <a:endParaRPr sz="5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Member: Kimberly (Yun-Ying) Tsai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13950" y="1416875"/>
            <a:ext cx="575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2nd Year Master of Computer Science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Interests: Playing Table Tennis, Watching Baseball, Movie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Fun Fact: I’m a Los Angeles Dodgers fan!</a:t>
            </a:r>
            <a:endParaRPr sz="2000"/>
          </a:p>
        </p:txBody>
      </p:sp>
      <p:pic>
        <p:nvPicPr>
          <p:cNvPr id="62" name="Google Shape;62;p14" title="2吋-1274-護照網路用電子檔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3151" y="1363801"/>
            <a:ext cx="2557800" cy="32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Member: </a:t>
            </a:r>
            <a:r>
              <a:rPr lang="en"/>
              <a:t>Yunfan Bao (Bob)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13950" y="1416875"/>
            <a:ext cx="575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Master of </a:t>
            </a:r>
            <a:r>
              <a:rPr lang="en" sz="2000"/>
              <a:t>Data Science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Experience: Data engineer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Interests: Running, travel, vibe coding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Fun Fact: I’m an amateur pianist.</a:t>
            </a:r>
            <a:endParaRPr sz="2000"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22880" l="0" r="0" t="9227"/>
          <a:stretch/>
        </p:blipFill>
        <p:spPr>
          <a:xfrm>
            <a:off x="6326050" y="1416875"/>
            <a:ext cx="2547325" cy="259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Member: YeonJu Kim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13950" y="1416875"/>
            <a:ext cx="575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2nd Year Master of Data Science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Interests: Watching baseball, movies, live performances, and traveling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Fun Fact: Recently started learning to play the bass guitar</a:t>
            </a:r>
            <a:endParaRPr sz="200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7200" y="1416875"/>
            <a:ext cx="2665551" cy="266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Member: Patrick Batsell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413950" y="1416875"/>
            <a:ext cx="575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Senior Majoring in Operations Research and Statistics</a:t>
            </a:r>
            <a:r>
              <a:rPr lang="en" sz="2000"/>
              <a:t>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Interests: Concerts, Pickleball, Video Games, Research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Fun Fact: I have 3 brothers who all went to Rice</a:t>
            </a:r>
            <a:endParaRPr sz="2000"/>
          </a:p>
        </p:txBody>
      </p:sp>
      <p:pic>
        <p:nvPicPr>
          <p:cNvPr id="83" name="Google Shape;83;p17" title="Screenshot 2026-09-11 at 1.47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6050" y="1170125"/>
            <a:ext cx="2665550" cy="2690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Member: Alan Yang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413950" y="1416875"/>
            <a:ext cx="575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Senior Majoring in CS and Statistics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Interests: Video Games, AI/LLMs, Startups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Fun Fact: I can make a realistic water drop sound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