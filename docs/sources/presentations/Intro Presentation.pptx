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409d8ba1a6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409d8ba1a6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Format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/ Background: 1 Yeon Ju Alan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Data Processing: 2 Patrick Bob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Initial First Plans: 2 Patrick Yun-Ying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Slides: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Intro: Alan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Backgorund: Yeonju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Data Processing: Bob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First plans: Yun-Ying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